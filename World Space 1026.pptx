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96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  <p:sldId id="269" r:id="rId16"/>
    <p:sldId id="271" r:id="rId17"/>
    <p:sldId id="272" r:id="rId18"/>
    <p:sldId id="273" r:id="rId19"/>
    <p:sldId id="274" r:id="rId20"/>
    <p:sldId id="281" r:id="rId21"/>
    <p:sldId id="275" r:id="rId22"/>
    <p:sldId id="276" r:id="rId23"/>
    <p:sldId id="277" r:id="rId24"/>
    <p:sldId id="278" r:id="rId25"/>
    <p:sldId id="282" r:id="rId26"/>
    <p:sldId id="279" r:id="rId27"/>
    <p:sldId id="280" r:id="rId28"/>
    <p:sldId id="283" r:id="rId29"/>
    <p:sldId id="284" r:id="rId30"/>
    <p:sldId id="285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364"/>
    <p:restoredTop sz="94579"/>
  </p:normalViewPr>
  <p:slideViewPr>
    <p:cSldViewPr snapToGrid="0">
      <p:cViewPr>
        <p:scale>
          <a:sx n="71" d="100"/>
          <a:sy n="71" d="100"/>
        </p:scale>
        <p:origin x="2024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7E2D61-9603-074B-957A-14D004C02F5A}" type="datetimeFigureOut">
              <a:rPr lang="en-US" smtClean="0"/>
              <a:t>10/16/26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472974-56B1-5244-A575-D93097CDC9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3278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72974-56B1-5244-A575-D93097CDC9F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738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1472974-56B1-5244-A575-D93097CDC9F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823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BFF81-4F1D-8322-AB53-F10F501D0E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74E205-7247-FB1E-152C-F1AE1A70DA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BF7FC5-0253-8358-F12A-937A9EA11C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AF638-9602-C446-990D-62117BA58D5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5D076-A68E-0782-7CBA-FC576E4256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B6EE53-4FEA-EF76-E948-57BFB1525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ACD48-7D59-4E42-8D09-5F34433B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0232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A756B-CD4A-0ECC-F26C-BCC3584F5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106795-4635-3205-90E8-1034B7617B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4E3946-B796-81A7-754B-AC76AEADD1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AF638-9602-C446-990D-62117BA58D5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FA6B7F-13FF-2F02-2800-807B76B51D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1448A0-4166-E839-562F-68AC66B0A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ACD48-7D59-4E42-8D09-5F34433B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829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0B2CA-DD23-04B9-FCC4-04790B8FD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F9FC39-8981-E911-198E-AA9043206F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09DF03-47D2-81D1-FCA9-8E938F92D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AF638-9602-C446-990D-62117BA58D5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B8486-DA37-3219-3E8C-A27E6D839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61B01D-01A0-6B75-8A8C-51F1A930A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ACD48-7D59-4E42-8D09-5F34433B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9770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42EC2A-737E-08B8-7DBB-729E2C402B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BBB86-2638-5526-EFE2-63F6756798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F14C80-71E3-5EC0-2A29-7941CBA956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201F23-37EA-613E-4CE9-7C68889BD8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AF638-9602-C446-990D-62117BA58D5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6477BE-31C5-CF2A-7902-9D191B9F22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2924FE4-3E88-5D87-E7D8-F537F9481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ACD48-7D59-4E42-8D09-5F34433B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138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EAA47-7A53-DBA7-CAA3-EADCC8266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57BA92-182A-FADC-BEFD-3F6E016FBE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787CCE1-7706-31D4-6D5A-21EF7DAB31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C8A8C5-FA29-9BAE-BB12-6CA7DCC0E1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E0101A3-B90E-491D-2309-2A61F17BE0D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9B60FD-A8C1-8CE4-6D74-34362D283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AF638-9602-C446-990D-62117BA58D5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BAF50E6-EA59-B771-F5AD-E46D07A58B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569CAA6-9E41-4D7C-05ED-40AAFCCA5C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ACD48-7D59-4E42-8D09-5F34433B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47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1D3CA-97C2-861B-95CE-4EACD11F3F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F255C3-3FD9-DCF1-45B1-8E865E303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AF638-9602-C446-990D-62117BA58D5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C25C2F-09DB-E6B3-A940-278629F2E4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D116D7-072F-CA98-FC60-E32DDEC30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ACD48-7D59-4E42-8D09-5F34433B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8568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C9BCDA3-0FD5-85B2-4071-B6DFA9A1DA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AF638-9602-C446-990D-62117BA58D5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19DF50F-9818-9C72-449F-56A2B39EC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C98AF6-881F-450B-7526-125400EAE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ACD48-7D59-4E42-8D09-5F34433B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3664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997F1-A6AC-70B4-9AA2-2F1C2AF3C3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4A8BDC-96E1-A504-81E0-529406950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6143A1-872B-26ED-CAB1-DC62CB9A79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A21508-CDF6-DDEE-91DB-5C6B0DB13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AF638-9602-C446-990D-62117BA58D5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249895-1B0C-E503-BE4C-889F8245BC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B3DB9D-2E1E-16F4-FCAC-3E5D01E700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ACD48-7D59-4E42-8D09-5F34433B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449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8C1119-600B-E57F-D9B9-7B352F3131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A79CD63-DA0F-868D-97A8-35398CD448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CA0749-050F-8EE7-56A7-AB4C04E45C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95192E-A78D-0813-D82F-782AFE06E6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AF638-9602-C446-990D-62117BA58D5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0DF421-E071-AF71-DDEF-92379106D0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386B2B-FC3A-988A-B1C9-D3C3BE9C5F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ACD48-7D59-4E42-8D09-5F34433B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5787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D333E6-739E-3F27-F21B-7648A504D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063774-91C1-A048-C60D-2E848D59E5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7F59D-6BFA-7B59-4955-521AA547E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AF638-9602-C446-990D-62117BA58D5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4589B6-D8FF-9B84-E0E3-E4014D30A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4CF99B-F60E-8111-4DF1-C63A30BC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ACD48-7D59-4E42-8D09-5F34433B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72671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1A4D78-A17D-945F-DB30-572EDDA17E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7C8749-3E17-3FAF-997A-90D9DAABC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C01C6-014D-DC81-84BD-67E7C78EA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3AF638-9602-C446-990D-62117BA58D5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0247B2-6699-9040-F202-C50607EED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CC4E8-2CB8-5460-490A-E18F760C9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ACD48-7D59-4E42-8D09-5F34433B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91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A10BCE-6811-6EB5-0F8E-A764A46DC3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B9B054-5C15-C2A8-C93B-22667DE4AF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62C9B-7742-DF6E-89DB-50932971EBD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83AF638-9602-C446-990D-62117BA58D59}" type="datetimeFigureOut">
              <a:rPr lang="en-US" smtClean="0"/>
              <a:t>10/15/26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9BD9E9-4847-B980-8DCB-05FB4744F09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FDDFF6-01F4-5357-BD94-ECA56BCA97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0ACD48-7D59-4E42-8D09-5F34433B5A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580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7" r:id="rId1"/>
    <p:sldLayoutId id="2147483898" r:id="rId2"/>
    <p:sldLayoutId id="2147483899" r:id="rId3"/>
    <p:sldLayoutId id="2147483900" r:id="rId4"/>
    <p:sldLayoutId id="2147483901" r:id="rId5"/>
    <p:sldLayoutId id="2147483902" r:id="rId6"/>
    <p:sldLayoutId id="2147483903" r:id="rId7"/>
    <p:sldLayoutId id="2147483904" r:id="rId8"/>
    <p:sldLayoutId id="2147483905" r:id="rId9"/>
    <p:sldLayoutId id="2147483906" r:id="rId10"/>
    <p:sldLayoutId id="21474839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26" Type="http://schemas.openxmlformats.org/officeDocument/2006/relationships/image" Target="../media/image53.png"/><Relationship Id="rId3" Type="http://schemas.openxmlformats.org/officeDocument/2006/relationships/image" Target="../media/image30.png"/><Relationship Id="rId21" Type="http://schemas.openxmlformats.org/officeDocument/2006/relationships/image" Target="../media/image48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5" Type="http://schemas.openxmlformats.org/officeDocument/2006/relationships/image" Target="../media/image52.png"/><Relationship Id="rId33" Type="http://schemas.openxmlformats.org/officeDocument/2006/relationships/image" Target="../media/image60.png"/><Relationship Id="rId2" Type="http://schemas.openxmlformats.org/officeDocument/2006/relationships/image" Target="../media/image29.png"/><Relationship Id="rId16" Type="http://schemas.openxmlformats.org/officeDocument/2006/relationships/image" Target="../media/image43.png"/><Relationship Id="rId20" Type="http://schemas.openxmlformats.org/officeDocument/2006/relationships/image" Target="../media/image47.png"/><Relationship Id="rId29" Type="http://schemas.openxmlformats.org/officeDocument/2006/relationships/image" Target="../media/image5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24" Type="http://schemas.openxmlformats.org/officeDocument/2006/relationships/image" Target="../media/image51.png"/><Relationship Id="rId32" Type="http://schemas.openxmlformats.org/officeDocument/2006/relationships/image" Target="../media/image59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23" Type="http://schemas.openxmlformats.org/officeDocument/2006/relationships/image" Target="../media/image50.png"/><Relationship Id="rId28" Type="http://schemas.openxmlformats.org/officeDocument/2006/relationships/image" Target="../media/image55.png"/><Relationship Id="rId10" Type="http://schemas.openxmlformats.org/officeDocument/2006/relationships/image" Target="../media/image37.png"/><Relationship Id="rId19" Type="http://schemas.openxmlformats.org/officeDocument/2006/relationships/image" Target="../media/image46.png"/><Relationship Id="rId31" Type="http://schemas.openxmlformats.org/officeDocument/2006/relationships/image" Target="../media/image58.png"/><Relationship Id="rId4" Type="http://schemas.openxmlformats.org/officeDocument/2006/relationships/image" Target="../media/image31.png"/><Relationship Id="rId9" Type="http://schemas.openxmlformats.org/officeDocument/2006/relationships/image" Target="../media/image36.png"/><Relationship Id="rId14" Type="http://schemas.openxmlformats.org/officeDocument/2006/relationships/image" Target="../media/image41.png"/><Relationship Id="rId22" Type="http://schemas.openxmlformats.org/officeDocument/2006/relationships/image" Target="../media/image49.png"/><Relationship Id="rId27" Type="http://schemas.openxmlformats.org/officeDocument/2006/relationships/image" Target="../media/image54.png"/><Relationship Id="rId30" Type="http://schemas.openxmlformats.org/officeDocument/2006/relationships/image" Target="../media/image57.png"/><Relationship Id="rId8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6.png"/><Relationship Id="rId3" Type="http://schemas.openxmlformats.org/officeDocument/2006/relationships/image" Target="../media/image61.png"/><Relationship Id="rId7" Type="http://schemas.openxmlformats.org/officeDocument/2006/relationships/image" Target="../media/image6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10" Type="http://schemas.openxmlformats.org/officeDocument/2006/relationships/image" Target="../media/image68.png"/><Relationship Id="rId4" Type="http://schemas.openxmlformats.org/officeDocument/2006/relationships/image" Target="../media/image62.png"/><Relationship Id="rId9" Type="http://schemas.openxmlformats.org/officeDocument/2006/relationships/image" Target="../media/image6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emf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emf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e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emf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emf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emf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emf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emf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emf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e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A2583D4-BBCC-0AE9-5D43-23052E4BE5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0" y="254000"/>
            <a:ext cx="7772400" cy="284623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1673194-68DB-2968-A0DF-77039EBAA3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000" y="3757771"/>
            <a:ext cx="7772400" cy="284623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979C840-39AB-39EA-2AA2-AB4744D5BE9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6200000">
            <a:off x="7676242" y="1485185"/>
            <a:ext cx="5029200" cy="287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2516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02C562E-6756-630E-AAAE-5ACB8AD8E0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0"/>
            <a:ext cx="5029200" cy="287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5202CF6-7CA4-1073-5D08-E1DDD44ACC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9100" y="3429000"/>
            <a:ext cx="5029200" cy="2870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AB3E00-0525-1135-C54F-239C279BAF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000" y="203200"/>
            <a:ext cx="7772400" cy="2846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42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F3D716-3FF1-B635-FAD6-353AE5E269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86" y="295728"/>
            <a:ext cx="5029200" cy="2870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D496725-D80C-DF52-BAB1-365DCF9F78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486" y="3692072"/>
            <a:ext cx="5029200" cy="287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C2DFE4-1F99-ADC3-DB95-F183E791CA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6828" y="3692072"/>
            <a:ext cx="5029200" cy="2870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4157128-2405-323E-069F-899D38D8CD0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56828" y="295728"/>
            <a:ext cx="5029200" cy="287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884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35D8D-B5AB-6C4F-2B47-FB1DDC669D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914C903-FCAF-975F-4012-4FDC5C074A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06772" y="3634015"/>
            <a:ext cx="5029200" cy="28702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06986E-3CF8-A9CF-68CC-7F459E1760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50315" y="353785"/>
            <a:ext cx="5029200" cy="2870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4D5DFBD-C9F9-99ED-1201-A41759AF84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6028" y="3634015"/>
            <a:ext cx="5029200" cy="2870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0D72B620-3420-882A-CE7E-C0D916B0F1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6028" y="353786"/>
            <a:ext cx="5029200" cy="287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6219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5E8F7ED-0423-E299-5E91-6E53E3FA7E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942" y="3721100"/>
            <a:ext cx="5029200" cy="2870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762CE3F-3130-6772-3E78-9399E6604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942" y="266700"/>
            <a:ext cx="5029200" cy="287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30E3549-4CD2-2C07-BD75-05E75E2346D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0200" y="3721100"/>
            <a:ext cx="5029200" cy="2870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79056C4-0E38-F3D7-760B-BFFF80871E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200" y="266700"/>
            <a:ext cx="5029200" cy="287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5890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99EA9F-6749-91E9-4538-E88DCB80C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172" y="3706585"/>
            <a:ext cx="5029200" cy="2870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9916D34-0C36-3F48-A42E-3AD391F71A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5174" y="281215"/>
            <a:ext cx="5029200" cy="287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30C1159-52C8-9DAD-147D-152C212681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628" y="3706585"/>
            <a:ext cx="5029200" cy="2870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95B16CB-75BA-9A2C-A6A7-FEE75F67BC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7628" y="281215"/>
            <a:ext cx="5029200" cy="287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6374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E9E3D74-0273-32CC-38A4-12A5E915CD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3573" y="3750129"/>
            <a:ext cx="5029200" cy="28702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3CEF5F-4DB4-40D6-8BBF-7306A18B7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3573" y="237671"/>
            <a:ext cx="5029200" cy="28702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8E440E0-00AB-0D38-54BC-538951E1B1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229" y="3750129"/>
            <a:ext cx="5029200" cy="2870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6779BBD-AC5D-A6CA-D43B-AE724C8FEB4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229" y="237671"/>
            <a:ext cx="5029200" cy="2870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75805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23E50B-97FD-CC19-919C-DB1DDF8167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7664" y="609478"/>
            <a:ext cx="7772400" cy="281952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C40003-E3B2-9C09-C8E1-0B7C6AB30C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664" y="3429000"/>
            <a:ext cx="7772400" cy="2819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2187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1BDAA6-A7DF-B7D2-007C-6F9AF8416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42900"/>
            <a:ext cx="3022600" cy="711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6C6C998-9100-821D-456C-2C5FCBFBFD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28486"/>
            <a:ext cx="3022600" cy="711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B2A9E13-F60F-6124-7ACA-65DFAEFD5BF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14072"/>
            <a:ext cx="3022600" cy="7112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86FAC65-D1C0-19DF-23CE-9762ACB9661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2699658"/>
            <a:ext cx="3022600" cy="711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D0A9AAB-117A-8E4C-BBEA-3A145556AF4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3485244"/>
            <a:ext cx="3022600" cy="7112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2ECC16D-3930-2BCC-9203-8CC4FCF6A8C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5056416"/>
            <a:ext cx="3022600" cy="711200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1EB1BCEC-5B91-2872-6E7B-6D55865A96F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56467" y="342900"/>
            <a:ext cx="3022600" cy="711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AAEF39D-4193-A327-F135-96C048A4827F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0" y="5842001"/>
            <a:ext cx="3022600" cy="7112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4DE6B54-8241-DFBE-15A6-DED2E273C69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4270830"/>
            <a:ext cx="3022600" cy="711200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EEB8D78A-945A-31B0-B7AE-F91A94F865A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056467" y="1128486"/>
            <a:ext cx="3022600" cy="7112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DA009915-A1B2-0BDC-4D14-39BB4AEEFF1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056467" y="1914072"/>
            <a:ext cx="3022600" cy="711200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C4BF6657-001A-2D28-6AEB-EB6D0571A6E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056467" y="2699658"/>
            <a:ext cx="3022600" cy="7112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C188A450-C41F-3E62-B61E-9D1C768C308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056467" y="3485244"/>
            <a:ext cx="3022600" cy="711200"/>
          </a:xfrm>
          <a:prstGeom prst="rect">
            <a:avLst/>
          </a:prstGeom>
        </p:spPr>
      </p:pic>
      <p:pic>
        <p:nvPicPr>
          <p:cNvPr id="41" name="Picture 40">
            <a:extLst>
              <a:ext uri="{FF2B5EF4-FFF2-40B4-BE49-F238E27FC236}">
                <a16:creationId xmlns:a16="http://schemas.microsoft.com/office/drawing/2014/main" id="{FC3D9EBC-7E9A-46EE-2CD4-5BDBD12175BF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3056467" y="4270830"/>
            <a:ext cx="3022600" cy="711200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070DF153-3D8F-402F-A0B2-83058642651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3056467" y="5056416"/>
            <a:ext cx="3022600" cy="711200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DB5BBEB6-7365-6209-51F4-B089EBBAF68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3056467" y="5842001"/>
            <a:ext cx="3022600" cy="711200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:a16="http://schemas.microsoft.com/office/drawing/2014/main" id="{AD020458-44F3-BDDB-3E03-6B493F9964A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096000" y="344714"/>
            <a:ext cx="3022600" cy="711200"/>
          </a:xfrm>
          <a:prstGeom prst="rect">
            <a:avLst/>
          </a:prstGeom>
        </p:spPr>
      </p:pic>
      <p:pic>
        <p:nvPicPr>
          <p:cNvPr id="49" name="Picture 48">
            <a:extLst>
              <a:ext uri="{FF2B5EF4-FFF2-40B4-BE49-F238E27FC236}">
                <a16:creationId xmlns:a16="http://schemas.microsoft.com/office/drawing/2014/main" id="{193A7C35-249C-5142-9800-9F5F3843601B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096000" y="1130041"/>
            <a:ext cx="3022600" cy="711200"/>
          </a:xfrm>
          <a:prstGeom prst="rect">
            <a:avLst/>
          </a:prstGeom>
        </p:spPr>
      </p:pic>
      <p:pic>
        <p:nvPicPr>
          <p:cNvPr id="51" name="Picture 50">
            <a:extLst>
              <a:ext uri="{FF2B5EF4-FFF2-40B4-BE49-F238E27FC236}">
                <a16:creationId xmlns:a16="http://schemas.microsoft.com/office/drawing/2014/main" id="{06939ADD-9062-9A04-2046-3706E97E0E87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096000" y="1915368"/>
            <a:ext cx="3022600" cy="711200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134CDB03-572E-5D54-CD38-BF66479B4897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096000" y="2700695"/>
            <a:ext cx="3022600" cy="711200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E6B1E0B2-B3D0-E480-4087-960062C23A9D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096000" y="3486022"/>
            <a:ext cx="3022600" cy="711200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47401BCB-FB64-8BD2-79A1-BD04894A35CE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096000" y="4271349"/>
            <a:ext cx="3022600" cy="711200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AECD1B79-A630-B367-686D-1C3DA38B1C2A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096000" y="5056676"/>
            <a:ext cx="3022600" cy="711200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0E1D62EB-36E9-3C5C-7703-50AC43FD1E8E}"/>
              </a:ext>
            </a:extLst>
          </p:cNvPr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6096000" y="5842001"/>
            <a:ext cx="3022600" cy="711200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86FC89DE-9991-0B2F-2F18-F3F44B42F43F}"/>
              </a:ext>
            </a:extLst>
          </p:cNvPr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9169400" y="342900"/>
            <a:ext cx="3022600" cy="711200"/>
          </a:xfrm>
          <a:prstGeom prst="rect">
            <a:avLst/>
          </a:prstGeom>
        </p:spPr>
      </p:pic>
      <p:pic>
        <p:nvPicPr>
          <p:cNvPr id="67" name="Picture 66">
            <a:extLst>
              <a:ext uri="{FF2B5EF4-FFF2-40B4-BE49-F238E27FC236}">
                <a16:creationId xmlns:a16="http://schemas.microsoft.com/office/drawing/2014/main" id="{78B2B581-7DAA-D55B-06E7-DD87D8C5D407}"/>
              </a:ext>
            </a:extLst>
          </p:cNvPr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9169400" y="1886080"/>
            <a:ext cx="3022600" cy="711200"/>
          </a:xfrm>
          <a:prstGeom prst="rect">
            <a:avLst/>
          </a:prstGeom>
        </p:spPr>
      </p:pic>
      <p:pic>
        <p:nvPicPr>
          <p:cNvPr id="69" name="Picture 68">
            <a:extLst>
              <a:ext uri="{FF2B5EF4-FFF2-40B4-BE49-F238E27FC236}">
                <a16:creationId xmlns:a16="http://schemas.microsoft.com/office/drawing/2014/main" id="{73B1E4B8-CAE9-C90B-A53A-5A119B84149D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9169400" y="1114490"/>
            <a:ext cx="3022600" cy="711200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8A0803B1-C906-694C-E616-E900E305D113}"/>
              </a:ext>
            </a:extLst>
          </p:cNvPr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169400" y="4972440"/>
            <a:ext cx="3022600" cy="711200"/>
          </a:xfrm>
          <a:prstGeom prst="rect">
            <a:avLst/>
          </a:prstGeom>
        </p:spPr>
      </p:pic>
      <p:pic>
        <p:nvPicPr>
          <p:cNvPr id="73" name="Picture 72">
            <a:extLst>
              <a:ext uri="{FF2B5EF4-FFF2-40B4-BE49-F238E27FC236}">
                <a16:creationId xmlns:a16="http://schemas.microsoft.com/office/drawing/2014/main" id="{136005B5-3B5A-349F-1E58-91B104E2D128}"/>
              </a:ext>
            </a:extLst>
          </p:cNvPr>
          <p:cNvPicPr>
            <a:picLocks noChangeAspect="1"/>
          </p:cNvPicPr>
          <p:nvPr/>
        </p:nvPicPr>
        <p:blipFill>
          <a:blip r:embed="rId30"/>
          <a:stretch>
            <a:fillRect/>
          </a:stretch>
        </p:blipFill>
        <p:spPr>
          <a:xfrm>
            <a:off x="9169400" y="4200850"/>
            <a:ext cx="3022600" cy="711200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9F2D3893-9366-CDB2-62E1-1C0D3EDA9693}"/>
              </a:ext>
            </a:extLst>
          </p:cNvPr>
          <p:cNvPicPr>
            <a:picLocks noChangeAspect="1"/>
          </p:cNvPicPr>
          <p:nvPr/>
        </p:nvPicPr>
        <p:blipFill>
          <a:blip r:embed="rId31"/>
          <a:stretch>
            <a:fillRect/>
          </a:stretch>
        </p:blipFill>
        <p:spPr>
          <a:xfrm>
            <a:off x="9169400" y="3429260"/>
            <a:ext cx="3022600" cy="711200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63FDBA85-13DE-AE29-7D0D-B495F9B6DC7A}"/>
              </a:ext>
            </a:extLst>
          </p:cNvPr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9169400" y="2657670"/>
            <a:ext cx="3022600" cy="711200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F93B0B2C-42AA-EAA1-A82E-211786CBB231}"/>
              </a:ext>
            </a:extLst>
          </p:cNvPr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9169400" y="5744028"/>
            <a:ext cx="30226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274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20D83036-9E07-BFCE-D6CE-8832FCAF6B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0" y="4097868"/>
            <a:ext cx="3022600" cy="7112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315734F-2F33-D87B-071A-98AE37003E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4700" y="2048934"/>
            <a:ext cx="3022600" cy="7112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01C4009-4127-F0DA-2942-3CCE4955EB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6700" y="1035111"/>
            <a:ext cx="3022600" cy="7112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3D3A151-D1B5-3FC2-22ED-D888AB885D3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1024467"/>
            <a:ext cx="3022600" cy="7112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6BA22DDA-8337-3129-0255-99E2D8EC016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0" y="2070221"/>
            <a:ext cx="3022600" cy="7112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2A64267B-CC90-6BE0-2413-B773CCA141E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0" y="3073401"/>
            <a:ext cx="3022600" cy="7112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40F28117-DACD-A5E9-E5E5-3F65800E46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-25400" y="0"/>
            <a:ext cx="3022600" cy="71120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937310D-ECE6-6A3E-7993-68758A5655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122335"/>
            <a:ext cx="3022600" cy="71120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7B84C4E7-74EE-6499-D5AD-844E674116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5400" y="6146800"/>
            <a:ext cx="3022600" cy="71120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4C89CD6B-20F6-8061-168C-2F48CCEAF6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59300" y="0"/>
            <a:ext cx="3022600" cy="71120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8684E747-FEA7-0813-110E-BC0982A9B0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4700" y="1024467"/>
            <a:ext cx="3022600" cy="711200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DA654174-C67C-62D1-47EF-2D285855787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84700" y="3073401"/>
            <a:ext cx="3022600" cy="711200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D598106-52FA-D197-C3AF-87F62649263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59300" y="4097868"/>
            <a:ext cx="3022600" cy="711200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1847F8E5-3CEC-45BA-4A69-9D35B05EBB2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84700" y="5122335"/>
            <a:ext cx="3022600" cy="71120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90B5715E-77A9-1CE9-4739-B7B89F8A8C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69400" y="2070221"/>
            <a:ext cx="3022600" cy="711200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0EE17DF0-D66C-1460-4293-63101E4373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0" y="0"/>
            <a:ext cx="3022600" cy="71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326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ED20E2E-7BFB-8D3D-3F98-6D3488C332C2}"/>
              </a:ext>
            </a:extLst>
          </p:cNvPr>
          <p:cNvSpPr txBox="1"/>
          <p:nvPr/>
        </p:nvSpPr>
        <p:spPr>
          <a:xfrm>
            <a:off x="142968" y="178794"/>
            <a:ext cx="708660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47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Wellington, New Zealand</a:t>
            </a:r>
            <a:endParaRPr lang="en-US" sz="4700" dirty="0">
              <a:effectLst/>
              <a:latin typeface="Comic Sans MS" panose="030F0902030302020204" pitchFamily="66" charset="0"/>
            </a:endParaRPr>
          </a:p>
          <a:p>
            <a:pPr algn="ctr" rtl="0">
              <a:buNone/>
            </a:pPr>
            <a:r>
              <a:rPr lang="en-US" sz="47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February 6</a:t>
            </a:r>
            <a:r>
              <a:rPr lang="en-US" sz="4700" b="0" i="0" baseline="3000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th</a:t>
            </a:r>
            <a:r>
              <a:rPr lang="en-US" sz="47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, 1840</a:t>
            </a:r>
            <a:endParaRPr lang="en-US" sz="4700" dirty="0">
              <a:effectLst/>
              <a:latin typeface="Comic Sans MS" panose="030F0902030302020204" pitchFamily="66" charset="0"/>
            </a:endParaRPr>
          </a:p>
          <a:p>
            <a:pPr algn="ctr" rtl="0">
              <a:buNone/>
            </a:pPr>
            <a:r>
              <a:rPr lang="en-US" sz="47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5,300,000 people</a:t>
            </a:r>
            <a:endParaRPr lang="en-US" sz="4700" dirty="0">
              <a:effectLst/>
              <a:latin typeface="Comic Sans MS" panose="030F0902030302020204" pitchFamily="66" charset="0"/>
            </a:endParaRPr>
          </a:p>
          <a:p>
            <a:pPr algn="ctr" rtl="0">
              <a:buNone/>
            </a:pPr>
            <a:r>
              <a:rPr lang="en-US" sz="47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268,021 km</a:t>
            </a:r>
            <a:r>
              <a:rPr lang="en-US" sz="4700" b="0" i="0" baseline="3000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2</a:t>
            </a:r>
            <a:endParaRPr lang="en-US" sz="4700" dirty="0">
              <a:effectLst/>
              <a:latin typeface="Comic Sans MS" panose="030F0902030302020204" pitchFamily="66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33F72D-40C7-8CB6-9B03-A0B0A95D0A0D}"/>
              </a:ext>
            </a:extLst>
          </p:cNvPr>
          <p:cNvSpPr txBox="1"/>
          <p:nvPr/>
        </p:nvSpPr>
        <p:spPr>
          <a:xfrm>
            <a:off x="8926163" y="214475"/>
            <a:ext cx="261083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2400" b="1" i="0" spc="10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National Bird</a:t>
            </a:r>
            <a:endParaRPr lang="en-US" sz="2400" spc="100" dirty="0">
              <a:effectLst/>
              <a:latin typeface="Comic Sans MS" panose="030F0902030302020204" pitchFamily="66" charset="0"/>
            </a:endParaRPr>
          </a:p>
          <a:p>
            <a:pPr algn="ctr" rtl="0">
              <a:buNone/>
            </a:pPr>
            <a:r>
              <a:rPr lang="en-US" sz="2400" b="0" i="1" spc="10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Kiwi</a:t>
            </a:r>
            <a:endParaRPr lang="en-US" sz="2400" i="1" spc="100" dirty="0">
              <a:effectLst/>
              <a:latin typeface="Comic Sans MS" panose="030F0902030302020204" pitchFamily="66" charset="0"/>
            </a:endParaRPr>
          </a:p>
          <a:p>
            <a:pPr algn="ctr" rtl="0">
              <a:buNone/>
            </a:pPr>
            <a:r>
              <a:rPr lang="en-US" sz="2400" b="1" i="0" spc="10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National Flower </a:t>
            </a:r>
            <a:endParaRPr lang="en-US" sz="2400" b="1" spc="100" dirty="0">
              <a:effectLst/>
              <a:latin typeface="Comic Sans MS" panose="030F0902030302020204" pitchFamily="66" charset="0"/>
            </a:endParaRPr>
          </a:p>
          <a:p>
            <a:pPr algn="ctr" rtl="0">
              <a:buNone/>
            </a:pPr>
            <a:r>
              <a:rPr lang="en-US" sz="2400" b="0" i="1" spc="10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Kowhai</a:t>
            </a:r>
            <a:endParaRPr lang="en-US" sz="2400" i="1" spc="100" dirty="0">
              <a:effectLst/>
              <a:latin typeface="Comic Sans MS" panose="030F0902030302020204" pitchFamily="66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471A31-93DE-6DCE-9151-9CB19BF8E5ED}"/>
              </a:ext>
            </a:extLst>
          </p:cNvPr>
          <p:cNvSpPr txBox="1"/>
          <p:nvPr/>
        </p:nvSpPr>
        <p:spPr>
          <a:xfrm>
            <a:off x="285750" y="3626119"/>
            <a:ext cx="64527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72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Did you know?</a:t>
            </a:r>
            <a:endParaRPr lang="en-US" sz="7200" dirty="0">
              <a:effectLst/>
              <a:latin typeface="Comic Sans MS" panose="030F0902030302020204" pitchFamily="66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009CECD-CD04-8C9A-AF60-D299EE8E475A}"/>
              </a:ext>
            </a:extLst>
          </p:cNvPr>
          <p:cNvSpPr txBox="1"/>
          <p:nvPr/>
        </p:nvSpPr>
        <p:spPr>
          <a:xfrm>
            <a:off x="285750" y="5298097"/>
            <a:ext cx="702425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There are more sheep than </a:t>
            </a:r>
          </a:p>
          <a:p>
            <a:pPr algn="ctr" rtl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there are people in New Zealand </a:t>
            </a:r>
            <a:endParaRPr lang="en-US" sz="2400" dirty="0">
              <a:effectLst/>
              <a:latin typeface="Comic Sans MS" panose="030F0902030302020204" pitchFamily="66" charset="0"/>
            </a:endParaRPr>
          </a:p>
          <a:p>
            <a:pPr algn="ctr" rtl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5.3 million people AND 25 million sheep!</a:t>
            </a:r>
            <a:endParaRPr lang="en-US" sz="2400" dirty="0">
              <a:effectLst/>
              <a:latin typeface="Comic Sans MS" panose="030F0902030302020204" pitchFamily="66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2B9BE50-83D2-64C3-D1EE-2A86A389FC0D}"/>
              </a:ext>
            </a:extLst>
          </p:cNvPr>
          <p:cNvSpPr txBox="1"/>
          <p:nvPr/>
        </p:nvSpPr>
        <p:spPr>
          <a:xfrm>
            <a:off x="8271164" y="4328602"/>
            <a:ext cx="392083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There are 11 </a:t>
            </a:r>
          </a:p>
          <a:p>
            <a:pPr algn="ctr" rtl="0">
              <a:buNone/>
            </a:pPr>
            <a:r>
              <a:rPr lang="en-US" sz="2400" b="0" i="0" u="sng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active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 volcanos and</a:t>
            </a:r>
            <a:endParaRPr lang="en-US" sz="2400" dirty="0">
              <a:effectLst/>
              <a:latin typeface="Comic Sans MS" panose="030F0902030302020204" pitchFamily="66" charset="0"/>
            </a:endParaRPr>
          </a:p>
          <a:p>
            <a:pPr algn="ctr" rtl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50 </a:t>
            </a:r>
            <a:r>
              <a:rPr lang="en-US" sz="2400" b="0" i="0" u="sng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dormant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 volcanoes </a:t>
            </a:r>
          </a:p>
          <a:p>
            <a:pPr algn="ctr" rtl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in New Zealand.</a:t>
            </a:r>
            <a:endParaRPr lang="en-US" sz="2400" dirty="0">
              <a:effectLst/>
              <a:latin typeface="Comic Sans MS" panose="030F0902030302020204" pitchFamily="66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35708E1-F827-87A7-8818-125CFA716F1D}"/>
              </a:ext>
            </a:extLst>
          </p:cNvPr>
          <p:cNvSpPr txBox="1"/>
          <p:nvPr/>
        </p:nvSpPr>
        <p:spPr>
          <a:xfrm>
            <a:off x="8434914" y="2456204"/>
            <a:ext cx="35933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A nickname for people</a:t>
            </a:r>
            <a:endParaRPr lang="en-US" sz="2400" dirty="0">
              <a:effectLst/>
              <a:latin typeface="Comic Sans MS" panose="030F0902030302020204" pitchFamily="66" charset="0"/>
            </a:endParaRPr>
          </a:p>
          <a:p>
            <a:pPr algn="ctr" rtl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from New Zealand </a:t>
            </a:r>
            <a:endParaRPr lang="en-US" sz="2400" dirty="0">
              <a:effectLst/>
              <a:latin typeface="Comic Sans MS" panose="030F0902030302020204" pitchFamily="66" charset="0"/>
            </a:endParaRPr>
          </a:p>
          <a:p>
            <a:pPr algn="ctr" rtl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is kiwi!</a:t>
            </a:r>
            <a:endParaRPr lang="en-US" sz="2400" dirty="0">
              <a:effectLst/>
              <a:latin typeface="Comic Sans MS" panose="030F09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55988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1176F0F-15AC-12AF-82DA-E95022AA29C6}"/>
              </a:ext>
            </a:extLst>
          </p:cNvPr>
          <p:cNvSpPr txBox="1"/>
          <p:nvPr/>
        </p:nvSpPr>
        <p:spPr>
          <a:xfrm>
            <a:off x="0" y="2918460"/>
            <a:ext cx="12192000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0">
              <a:buNone/>
            </a:pPr>
            <a:r>
              <a:rPr lang="en-US" sz="125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Kobe City </a:t>
            </a:r>
          </a:p>
          <a:p>
            <a:pPr algn="r" rtl="0">
              <a:buNone/>
            </a:pPr>
            <a:r>
              <a:rPr lang="en-US" sz="125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ALT Countries</a:t>
            </a:r>
            <a:endParaRPr lang="en-US" sz="12500" dirty="0">
              <a:effectLst/>
              <a:latin typeface="Comic Sans MS" panose="030F0902030302020204" pitchFamily="66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4003E7-8746-EEEA-57A1-A76E1A1170A8}"/>
              </a:ext>
            </a:extLst>
          </p:cNvPr>
          <p:cNvSpPr txBox="1"/>
          <p:nvPr/>
        </p:nvSpPr>
        <p:spPr>
          <a:xfrm>
            <a:off x="166255" y="0"/>
            <a:ext cx="633845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80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New Zealand</a:t>
            </a:r>
            <a:endParaRPr lang="en-US" sz="8000" dirty="0">
              <a:effectLst/>
              <a:latin typeface="Comic Sans MS" panose="030F0902030302020204" pitchFamily="66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C2B6C5D-9C75-E54B-6C30-1FB4E415E924}"/>
              </a:ext>
            </a:extLst>
          </p:cNvPr>
          <p:cNvSpPr txBox="1"/>
          <p:nvPr/>
        </p:nvSpPr>
        <p:spPr>
          <a:xfrm>
            <a:off x="0" y="1520785"/>
            <a:ext cx="12192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72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Can you find this country?</a:t>
            </a:r>
            <a:endParaRPr lang="en-US" sz="7200" dirty="0">
              <a:effectLst/>
              <a:latin typeface="Comic Sans MS" panose="030F09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14896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B8FD337-F699-E3BF-568D-A2F8DB6E737D}"/>
              </a:ext>
            </a:extLst>
          </p:cNvPr>
          <p:cNvSpPr txBox="1"/>
          <p:nvPr/>
        </p:nvSpPr>
        <p:spPr>
          <a:xfrm>
            <a:off x="0" y="26451"/>
            <a:ext cx="813088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4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Columbus, OH</a:t>
            </a:r>
            <a:endParaRPr lang="en-US" sz="6400" dirty="0">
              <a:effectLst/>
              <a:latin typeface="Comic Sans MS" panose="030F0902030302020204" pitchFamily="66" charset="0"/>
            </a:endParaRPr>
          </a:p>
          <a:p>
            <a:pPr algn="ctr" rtl="0">
              <a:buNone/>
            </a:pPr>
            <a:r>
              <a:rPr lang="en-US" sz="64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17th State</a:t>
            </a:r>
            <a:endParaRPr lang="en-US" sz="6400" dirty="0">
              <a:effectLst/>
              <a:latin typeface="Comic Sans MS" panose="030F0902030302020204" pitchFamily="66" charset="0"/>
            </a:endParaRPr>
          </a:p>
          <a:p>
            <a:pPr algn="ctr" rtl="0">
              <a:buNone/>
            </a:pPr>
            <a:r>
              <a:rPr lang="en-US" sz="64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March 1</a:t>
            </a:r>
            <a:r>
              <a:rPr lang="en-US" sz="6400" b="0" i="0" baseline="3000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st</a:t>
            </a:r>
            <a:r>
              <a:rPr lang="en-US" sz="64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, 1803</a:t>
            </a:r>
            <a:endParaRPr lang="en-US" sz="6400" dirty="0">
              <a:effectLst/>
              <a:latin typeface="Comic Sans MS" panose="030F0902030302020204" pitchFamily="66" charset="0"/>
            </a:endParaRPr>
          </a:p>
          <a:p>
            <a:pPr algn="ctr" rtl="0">
              <a:buNone/>
            </a:pPr>
            <a:r>
              <a:rPr lang="en-US" sz="64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11,900,510 people</a:t>
            </a:r>
            <a:endParaRPr lang="en-US" sz="6400" dirty="0">
              <a:effectLst/>
              <a:latin typeface="Comic Sans MS" panose="030F0902030302020204" pitchFamily="66" charset="0"/>
            </a:endParaRPr>
          </a:p>
          <a:p>
            <a:pPr algn="ctr" rtl="0">
              <a:buNone/>
            </a:pPr>
            <a:r>
              <a:rPr lang="en-US" sz="64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116,099 km</a:t>
            </a:r>
            <a:r>
              <a:rPr lang="en-US" sz="6400" b="0" i="0" baseline="3000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2</a:t>
            </a:r>
            <a:endParaRPr lang="en-US" sz="6400" dirty="0">
              <a:effectLst/>
              <a:latin typeface="Comic Sans MS" panose="030F0902030302020204" pitchFamily="66" charset="0"/>
            </a:endParaRPr>
          </a:p>
          <a:p>
            <a:pPr algn="ctr" rtl="0">
              <a:buNone/>
            </a:pPr>
            <a:r>
              <a:rPr lang="en-US" sz="64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Saitama </a:t>
            </a:r>
            <a:r>
              <a:rPr lang="en-US" sz="6400" b="0" i="0" dirty="0" err="1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県</a:t>
            </a:r>
            <a:endParaRPr lang="en-US" sz="6400" dirty="0">
              <a:effectLst/>
              <a:latin typeface="Comic Sans MS" panose="030F0902030302020204" pitchFamily="66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F0FAAC-BDF2-14DA-B5D7-B2DA8C9F53EE}"/>
              </a:ext>
            </a:extLst>
          </p:cNvPr>
          <p:cNvSpPr txBox="1"/>
          <p:nvPr/>
        </p:nvSpPr>
        <p:spPr>
          <a:xfrm rot="16200000">
            <a:off x="6469289" y="1256863"/>
            <a:ext cx="7262734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500" dirty="0">
                <a:solidFill>
                  <a:srgbClr val="000000"/>
                </a:solidFill>
                <a:latin typeface="Comic Sans MS" panose="030F0902030302020204" pitchFamily="66" charset="0"/>
              </a:rPr>
              <a:t>USA STATES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9160168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AC79578-7A6C-1E26-B2AF-EC96C8F48532}"/>
              </a:ext>
            </a:extLst>
          </p:cNvPr>
          <p:cNvSpPr txBox="1"/>
          <p:nvPr/>
        </p:nvSpPr>
        <p:spPr>
          <a:xfrm>
            <a:off x="7888940" y="0"/>
            <a:ext cx="4303059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State Bird</a:t>
            </a:r>
            <a:endParaRPr lang="en-US" sz="2400" dirty="0">
              <a:effectLst/>
              <a:latin typeface="Comic Sans MS" panose="030F0902030302020204" pitchFamily="66" charset="0"/>
            </a:endParaRPr>
          </a:p>
          <a:p>
            <a:pPr algn="ctr" rtl="0">
              <a:buNone/>
            </a:pPr>
            <a:r>
              <a:rPr lang="en-US" sz="2400" b="0" i="1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Scissor-Tailed Flycatcher</a:t>
            </a:r>
            <a:endParaRPr lang="en-US" sz="2400" dirty="0">
              <a:effectLst/>
              <a:latin typeface="Comic Sans MS" panose="030F0902030302020204" pitchFamily="66" charset="0"/>
            </a:endParaRPr>
          </a:p>
          <a:p>
            <a:pPr algn="ctr" rtl="0"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State Flower </a:t>
            </a:r>
            <a:endParaRPr lang="en-US" sz="2400" dirty="0">
              <a:effectLst/>
              <a:latin typeface="Comic Sans MS" panose="030F0902030302020204" pitchFamily="66" charset="0"/>
            </a:endParaRPr>
          </a:p>
          <a:p>
            <a:pPr algn="ctr" rtl="0">
              <a:buNone/>
            </a:pPr>
            <a:r>
              <a:rPr lang="en-US" sz="2400" b="0" i="1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Oklahoma Rose</a:t>
            </a:r>
            <a:endParaRPr lang="en-US" sz="2400" dirty="0">
              <a:effectLst/>
              <a:latin typeface="Comic Sans MS" panose="030F0902030302020204" pitchFamily="66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2387A8-8002-DF50-3DB7-4C32B5FFBA1E}"/>
              </a:ext>
            </a:extLst>
          </p:cNvPr>
          <p:cNvSpPr txBox="1"/>
          <p:nvPr/>
        </p:nvSpPr>
        <p:spPr>
          <a:xfrm>
            <a:off x="0" y="3208290"/>
            <a:ext cx="3384154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State Bird</a:t>
            </a:r>
            <a:endParaRPr lang="en-US" sz="2400" b="1" dirty="0">
              <a:effectLst/>
              <a:latin typeface="Comic Sans MS" panose="030F0902030302020204" pitchFamily="66" charset="0"/>
            </a:endParaRPr>
          </a:p>
          <a:p>
            <a:pPr algn="ctr" rtl="0">
              <a:buNone/>
            </a:pPr>
            <a:r>
              <a:rPr lang="en-US" sz="2400" b="0" i="1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Northern Cardinal</a:t>
            </a:r>
            <a:endParaRPr lang="en-US" sz="2400" i="1" dirty="0">
              <a:effectLst/>
              <a:latin typeface="Comic Sans MS" panose="030F0902030302020204" pitchFamily="66" charset="0"/>
            </a:endParaRPr>
          </a:p>
          <a:p>
            <a:pPr algn="ctr" rtl="0">
              <a:buNone/>
            </a:pPr>
            <a:r>
              <a:rPr lang="en-US" sz="2400" b="1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State Flower </a:t>
            </a:r>
            <a:endParaRPr lang="en-US" sz="2400" dirty="0">
              <a:effectLst/>
              <a:latin typeface="Comic Sans MS" panose="030F0902030302020204" pitchFamily="66" charset="0"/>
            </a:endParaRPr>
          </a:p>
          <a:p>
            <a:pPr algn="ctr" rtl="0">
              <a:buNone/>
            </a:pPr>
            <a:r>
              <a:rPr lang="en-US" sz="2400" b="0" i="1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Scarlet Carnation</a:t>
            </a:r>
            <a:endParaRPr lang="en-US" sz="2400" i="1" dirty="0">
              <a:effectLst/>
              <a:latin typeface="Comic Sans MS" panose="030F0902030302020204" pitchFamily="66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C423793-85CD-3E07-D286-B949640F5F83}"/>
              </a:ext>
            </a:extLst>
          </p:cNvPr>
          <p:cNvSpPr txBox="1"/>
          <p:nvPr/>
        </p:nvSpPr>
        <p:spPr>
          <a:xfrm>
            <a:off x="0" y="5538225"/>
            <a:ext cx="1219199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72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Can you find these states?</a:t>
            </a:r>
            <a:endParaRPr lang="en-US" sz="7200" dirty="0">
              <a:effectLst/>
              <a:latin typeface="Comic Sans MS" panose="030F0902030302020204" pitchFamily="66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330BF1F-FD03-19C7-740D-92163316D8AC}"/>
              </a:ext>
            </a:extLst>
          </p:cNvPr>
          <p:cNvSpPr txBox="1"/>
          <p:nvPr/>
        </p:nvSpPr>
        <p:spPr>
          <a:xfrm>
            <a:off x="4303059" y="3208290"/>
            <a:ext cx="78889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Japan is 377,975 km</a:t>
            </a:r>
            <a:r>
              <a:rPr lang="en-US" sz="2400" b="0" i="0" baseline="3000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2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 with 123,000,000 people</a:t>
            </a:r>
            <a:endParaRPr lang="en-US" sz="2400" dirty="0">
              <a:effectLst/>
              <a:latin typeface="Comic Sans MS" panose="030F0902030302020204" pitchFamily="66" charset="0"/>
            </a:endParaRPr>
          </a:p>
          <a:p>
            <a:pPr algn="ctr" rtl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Hyogo Prefecture is 8,400 km</a:t>
            </a:r>
            <a:r>
              <a:rPr lang="en-US" sz="2400" b="0" i="0" baseline="3000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2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 with 5,325,228 people</a:t>
            </a:r>
            <a:endParaRPr lang="en-US" sz="2400" dirty="0">
              <a:effectLst/>
              <a:latin typeface="Comic Sans MS" panose="030F0902030302020204" pitchFamily="66" charset="0"/>
            </a:endParaRPr>
          </a:p>
          <a:p>
            <a:pPr algn="ctr" rtl="0">
              <a:buNone/>
            </a:pPr>
            <a:r>
              <a:rPr lang="en-US" sz="24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Kobe City is 552.3 km</a:t>
            </a:r>
            <a:r>
              <a:rPr lang="en-US" sz="2400" b="0" i="0" baseline="3000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2</a:t>
            </a:r>
            <a:r>
              <a:rPr lang="en-US" sz="24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 with 1,540,000 people</a:t>
            </a:r>
            <a:endParaRPr lang="en-US" sz="2400" dirty="0">
              <a:effectLst/>
              <a:latin typeface="Comic Sans MS" panose="030F0902030302020204" pitchFamily="66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71E854D-8F59-10FB-D646-D49771E7B293}"/>
              </a:ext>
            </a:extLst>
          </p:cNvPr>
          <p:cNvSpPr txBox="1"/>
          <p:nvPr/>
        </p:nvSpPr>
        <p:spPr>
          <a:xfrm>
            <a:off x="230514" y="48997"/>
            <a:ext cx="6307280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04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Ohio</a:t>
            </a:r>
            <a:endParaRPr lang="en-US" sz="10400" dirty="0">
              <a:effectLst/>
              <a:latin typeface="Comic Sans MS" panose="030F09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4010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8B2C61C-5FCF-050C-BED1-17E0C42B030C}"/>
              </a:ext>
            </a:extLst>
          </p:cNvPr>
          <p:cNvSpPr txBox="1"/>
          <p:nvPr/>
        </p:nvSpPr>
        <p:spPr>
          <a:xfrm>
            <a:off x="0" y="0"/>
            <a:ext cx="9142268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64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Oklahoma City, OK</a:t>
            </a:r>
            <a:endParaRPr lang="en-US" sz="6400" dirty="0">
              <a:effectLst/>
              <a:latin typeface="Comic Sans MS" panose="030F0902030302020204" pitchFamily="66" charset="0"/>
            </a:endParaRPr>
          </a:p>
          <a:p>
            <a:pPr algn="ctr" rtl="0">
              <a:buNone/>
            </a:pPr>
            <a:r>
              <a:rPr lang="en-US" sz="64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46th State</a:t>
            </a:r>
            <a:endParaRPr lang="en-US" sz="6400" dirty="0">
              <a:effectLst/>
              <a:latin typeface="Comic Sans MS" panose="030F0902030302020204" pitchFamily="66" charset="0"/>
            </a:endParaRPr>
          </a:p>
          <a:p>
            <a:pPr algn="ctr" rtl="0">
              <a:buNone/>
            </a:pPr>
            <a:r>
              <a:rPr lang="en-US" sz="64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November 16</a:t>
            </a:r>
            <a:r>
              <a:rPr lang="en-US" sz="6400" baseline="30000" dirty="0">
                <a:solidFill>
                  <a:srgbClr val="000000"/>
                </a:solidFill>
                <a:latin typeface="Comic Sans MS" panose="030F0902030302020204" pitchFamily="66" charset="0"/>
              </a:rPr>
              <a:t>th</a:t>
            </a:r>
            <a:r>
              <a:rPr lang="en-US" sz="64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, 1907</a:t>
            </a:r>
            <a:endParaRPr lang="en-US" sz="6400" dirty="0">
              <a:effectLst/>
              <a:latin typeface="Comic Sans MS" panose="030F0902030302020204" pitchFamily="66" charset="0"/>
            </a:endParaRPr>
          </a:p>
          <a:p>
            <a:pPr algn="ctr" rtl="0">
              <a:buNone/>
            </a:pPr>
            <a:r>
              <a:rPr lang="en-US" sz="64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4,123,288 people</a:t>
            </a:r>
            <a:endParaRPr lang="en-US" sz="6400" dirty="0">
              <a:effectLst/>
              <a:latin typeface="Comic Sans MS" panose="030F0902030302020204" pitchFamily="66" charset="0"/>
            </a:endParaRPr>
          </a:p>
          <a:p>
            <a:pPr algn="ctr" rtl="0">
              <a:buNone/>
            </a:pPr>
            <a:r>
              <a:rPr lang="en-US" sz="64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181,038 km</a:t>
            </a:r>
            <a:r>
              <a:rPr lang="en-US" sz="6400" b="0" i="0" baseline="3000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2</a:t>
            </a:r>
            <a:endParaRPr lang="en-US" sz="6400" dirty="0">
              <a:effectLst/>
              <a:latin typeface="Comic Sans MS" panose="030F0902030302020204" pitchFamily="66" charset="0"/>
            </a:endParaRPr>
          </a:p>
          <a:p>
            <a:pPr algn="ctr" rtl="0">
              <a:buNone/>
            </a:pPr>
            <a:r>
              <a:rPr lang="en-US" sz="64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Kyoto </a:t>
            </a:r>
            <a:r>
              <a:rPr lang="en-US" sz="6400" b="0" i="0" dirty="0" err="1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県</a:t>
            </a:r>
            <a:endParaRPr lang="en-US" sz="6400" dirty="0">
              <a:effectLst/>
              <a:latin typeface="Comic Sans MS" panose="030F0902030302020204" pitchFamily="66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6831DAA-6929-0EED-78B9-A8D7D47F1749}"/>
              </a:ext>
            </a:extLst>
          </p:cNvPr>
          <p:cNvSpPr txBox="1"/>
          <p:nvPr/>
        </p:nvSpPr>
        <p:spPr>
          <a:xfrm rot="16200000">
            <a:off x="7910946" y="2728087"/>
            <a:ext cx="6567054" cy="169277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0">
              <a:buNone/>
            </a:pPr>
            <a:r>
              <a:rPr lang="en-US" sz="10400" b="0" i="0" dirty="0">
                <a:solidFill>
                  <a:srgbClr val="000000"/>
                </a:solidFill>
                <a:effectLst/>
                <a:latin typeface="Comic Sans MS" panose="030F0902030302020204" pitchFamily="66" charset="0"/>
              </a:rPr>
              <a:t>Oklahoma</a:t>
            </a:r>
            <a:endParaRPr lang="en-US" sz="10400" dirty="0">
              <a:effectLst/>
              <a:latin typeface="Comic Sans MS" panose="030F09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08759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2D3C31B-51A2-5ABB-2175-DD0393FE18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143000"/>
            <a:ext cx="12192000" cy="914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3481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B2DD506-87F9-7BCC-88AA-FB9439B62A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17059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340D5D-DBCF-4418-5B12-376BBE6415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0772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8233966-A3CE-1FAD-97B0-0D75FE3A1C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77597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BA1BC1-EA91-196E-9C7B-4AA0E46BE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E5C24B-F87C-C51D-6CE3-685C4196B2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53866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811B3C-76D3-E3FF-8CA5-1A2D41049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9259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1A9E54-8B8D-EDF8-B570-293D794244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-1"/>
            <a:ext cx="9144001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85681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07DB7EB-E82D-8777-B3E2-B940368C69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40302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3D0124F-4703-E1FA-1B44-E92B4EF8B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727" y="-1"/>
            <a:ext cx="9168062" cy="687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3088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7D8CC-09F9-76CC-0322-AF3441613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D45FBE0-A8E4-8CA1-EEB6-BDB5226F5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9727" y="-1"/>
            <a:ext cx="9168062" cy="6876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72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57C6BD9-CEA5-4E47-4C3A-0BF58A6E5A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0"/>
            <a:ext cx="8919411" cy="6689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88923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EDB294C-0C19-1B71-D7C8-BC5F74B4E6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999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89010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B85E91-DC07-F28F-DA85-E08A7C7C80A9}"/>
              </a:ext>
            </a:extLst>
          </p:cNvPr>
          <p:cNvSpPr txBox="1"/>
          <p:nvPr/>
        </p:nvSpPr>
        <p:spPr>
          <a:xfrm>
            <a:off x="1805204" y="3977531"/>
            <a:ext cx="16915465" cy="3987374"/>
          </a:xfrm>
          <a:prstGeom prst="rect">
            <a:avLst/>
          </a:prstGeom>
          <a:noFill/>
        </p:spPr>
        <p:txBody>
          <a:bodyPr wrap="none">
            <a:prstTxWarp prst="textArchUp">
              <a:avLst/>
            </a:prstTxWarp>
            <a:spAutoFit/>
          </a:bodyPr>
          <a:lstStyle/>
          <a:p>
            <a:pPr algn="ctr" rtl="0">
              <a:buNone/>
            </a:pPr>
            <a:r>
              <a:rPr lang="en-US" sz="25311" b="1" i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nnai MN" pitchFamily="2" charset="77"/>
                <a:ea typeface="Annai MN" pitchFamily="2" charset="77"/>
                <a:cs typeface="Annai MN" pitchFamily="2" charset="77"/>
              </a:rPr>
              <a:t>Sound Wall</a:t>
            </a:r>
            <a:endParaRPr lang="en-US" sz="25311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Annai MN" pitchFamily="2" charset="77"/>
              <a:ea typeface="Annai MN" pitchFamily="2" charset="77"/>
              <a:cs typeface="Annai MN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9440382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E7313E-5F5D-8B6E-B8F6-4EF019203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598D71E-8012-5C7C-CFE2-B502B8617ECC}"/>
              </a:ext>
            </a:extLst>
          </p:cNvPr>
          <p:cNvSpPr txBox="1"/>
          <p:nvPr/>
        </p:nvSpPr>
        <p:spPr>
          <a:xfrm>
            <a:off x="-7483174" y="3809089"/>
            <a:ext cx="16915465" cy="3987374"/>
          </a:xfrm>
          <a:prstGeom prst="rect">
            <a:avLst/>
          </a:prstGeom>
          <a:noFill/>
        </p:spPr>
        <p:txBody>
          <a:bodyPr wrap="none">
            <a:prstTxWarp prst="textArchUp">
              <a:avLst/>
            </a:prstTxWarp>
            <a:spAutoFit/>
          </a:bodyPr>
          <a:lstStyle/>
          <a:p>
            <a:pPr algn="ctr" rtl="0">
              <a:buNone/>
            </a:pPr>
            <a:r>
              <a:rPr lang="en-US" sz="25311" b="1" i="0" dirty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latin typeface="Annai MN" pitchFamily="2" charset="77"/>
                <a:ea typeface="Annai MN" pitchFamily="2" charset="77"/>
                <a:cs typeface="Annai MN" pitchFamily="2" charset="77"/>
              </a:rPr>
              <a:t>Sound Wall</a:t>
            </a:r>
            <a:endParaRPr lang="en-US" sz="25311" b="1" dirty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latin typeface="Annai MN" pitchFamily="2" charset="77"/>
              <a:ea typeface="Annai MN" pitchFamily="2" charset="77"/>
              <a:cs typeface="Annai MN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023439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6F1F4-71F3-0680-F7DC-9A814ED52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90F695F-42CF-5348-A63A-4CE4A977BC23}"/>
              </a:ext>
            </a:extLst>
          </p:cNvPr>
          <p:cNvSpPr txBox="1"/>
          <p:nvPr/>
        </p:nvSpPr>
        <p:spPr>
          <a:xfrm rot="16200000">
            <a:off x="-471236" y="-433596"/>
            <a:ext cx="7026442" cy="7725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9600" dirty="0"/>
              <a:t>Ee</a:t>
            </a:r>
          </a:p>
        </p:txBody>
      </p:sp>
    </p:spTree>
    <p:extLst>
      <p:ext uri="{BB962C8B-B14F-4D97-AF65-F5344CB8AC3E}">
        <p14:creationId xmlns:p14="http://schemas.microsoft.com/office/powerpoint/2010/main" val="20138440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1267</TotalTime>
  <Words>163</Words>
  <Application>Microsoft Macintosh PowerPoint</Application>
  <PresentationFormat>Widescreen</PresentationFormat>
  <Paragraphs>55</Paragraphs>
  <Slides>30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Annai MN</vt:lpstr>
      <vt:lpstr>Aptos</vt:lpstr>
      <vt:lpstr>Aptos Display</vt:lpstr>
      <vt:lpstr>Arial</vt:lpstr>
      <vt:lpstr>Comic Sans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Megan Taber</dc:creator>
  <cp:lastModifiedBy>Megan Taber</cp:lastModifiedBy>
  <cp:revision>1</cp:revision>
  <dcterms:created xsi:type="dcterms:W3CDTF">2026-10-15T06:46:45Z</dcterms:created>
  <dcterms:modified xsi:type="dcterms:W3CDTF">2026-10-16T03:53:53Z</dcterms:modified>
</cp:coreProperties>
</file>