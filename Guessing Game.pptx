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65" r:id="rId2"/>
    <p:sldId id="268" r:id="rId3"/>
    <p:sldId id="266" r:id="rId4"/>
    <p:sldId id="267" r:id="rId5"/>
    <p:sldId id="269" r:id="rId6"/>
    <p:sldId id="270" r:id="rId7"/>
    <p:sldId id="271" r:id="rId8"/>
    <p:sldId id="273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freesvg.org/vector-clip-art-of-apple-milk-carton" TargetMode="External"/><Relationship Id="rId7" Type="http://schemas.openxmlformats.org/officeDocument/2006/relationships/hyperlink" Target="https://pixabay.com/pt/suco-caixa-apple-palha-30674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hyperlink" Target="http://pixabay.com/en/soda-pop-can-aluminum-cola-beer-25188/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pixabay.com/vectors/tea-set-teapot-cup-steaming-hot-25197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hyperlink" Target="https://openclipart.org/detail/179259/yellow-tiger-catfour-legs-by-%20version2-179259" TargetMode="External"/><Relationship Id="rId7" Type="http://schemas.openxmlformats.org/officeDocument/2006/relationships/hyperlink" Target="https://openclipart.org/detail/27563/fwd__bubble_hand_drawn-by-rejon-177666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hyperlink" Target="https://openclipart.org/detail/45673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jyzinn.tistory.com/894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openclipart.org/detail/30061/tango-weather-clear-by-warszawianka" TargetMode="External"/><Relationship Id="rId7" Type="http://schemas.openxmlformats.org/officeDocument/2006/relationships/hyperlink" Target="https://freepngimg.com/png/38-snowflake-png-image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hyperlink" Target="https://openclipart.org/detail/238032/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freesvg.org/index.php/oak-tree-autumn-leaf-vector-image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freepngimg.com/png/23568-harry-potter-broom-clipart" TargetMode="External"/><Relationship Id="rId7" Type="http://schemas.openxmlformats.org/officeDocument/2006/relationships/hyperlink" Target="https://www.png.utilidadeswebblog.com/2021/08/imagenes-de-el-hombre-arana-con-fondo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hyperlink" Target="https://freepngimg.com/png/87237-plant-fathers-greeting-yoda-green-day-card" TargetMode="External"/><Relationship Id="rId4" Type="http://schemas.openxmlformats.org/officeDocument/2006/relationships/image" Target="../media/image16.png"/><Relationship Id="rId9" Type="http://schemas.openxmlformats.org/officeDocument/2006/relationships/hyperlink" Target="https://www.newgrounds.com/art/view/habofro/totoro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hyperlink" Target="https://openclipart.org/detail/30985" TargetMode="External"/><Relationship Id="rId7" Type="http://schemas.openxmlformats.org/officeDocument/2006/relationships/hyperlink" Target="https://freepngimg.com/svg/color/00FF00/101098-woman-cooking-3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hyperlink" Target="https://pixabay.com/en/book-books-library-books-reading-2022464/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freepngimg.com/svg/105931-silhouette-of-a-cheerleader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pokemon.gamepedia.com/Bulbasaur" TargetMode="External"/><Relationship Id="rId7" Type="http://schemas.openxmlformats.org/officeDocument/2006/relationships/hyperlink" Target="https://wiki.pokemoncentral.it/Pikachu_di_Ash_(EToP)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hyperlink" Target="https://www.ssbwiki.com/Clefairy" TargetMode="External"/><Relationship Id="rId4" Type="http://schemas.openxmlformats.org/officeDocument/2006/relationships/image" Target="../media/image24.png"/><Relationship Id="rId9" Type="http://schemas.openxmlformats.org/officeDocument/2006/relationships/hyperlink" Target="https://en.wikipedia.org/wiki/Eevee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hyperlink" Target="https://en.wikipedia.org/wiki/Eevee" TargetMode="External"/><Relationship Id="rId7" Type="http://schemas.openxmlformats.org/officeDocument/2006/relationships/hyperlink" Target="https://freepngimg.com/png/23137-one-piece-chibi-file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hyperlink" Target="https://freepngimg.com/png/28581-haikyuu-image" TargetMode="External"/><Relationship Id="rId4" Type="http://schemas.openxmlformats.org/officeDocument/2006/relationships/image" Target="../media/image27.png"/><Relationship Id="rId9" Type="http://schemas.openxmlformats.org/officeDocument/2006/relationships/hyperlink" Target="https://gbf.wiki/Tanjiro,_Nezuko,_Zenitsu,_and_Inosuke/Lo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2EC41-8AFE-CA0E-F147-B2C215267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Guessing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B17EC-E0F0-E029-1F91-BF6C45FCA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444" y="4224862"/>
            <a:ext cx="9070848" cy="45720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Can you guess my favorite things?</a:t>
            </a:r>
          </a:p>
        </p:txBody>
      </p:sp>
    </p:spTree>
    <p:extLst>
      <p:ext uri="{BB962C8B-B14F-4D97-AF65-F5344CB8AC3E}">
        <p14:creationId xmlns:p14="http://schemas.microsoft.com/office/powerpoint/2010/main" val="4098338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9FC6C-1333-50DD-2D47-AB331916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5437-05E7-59C0-5C92-33762157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Color?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D9BE17-8227-AA54-E656-14F07BEC4322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D7080E-F474-3999-221C-50A15F7A02F3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AA1E2A-3DA3-90C2-ED95-7D2F058D95B4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C4E31F-485B-B547-302A-27493540A7C8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8063C-16EC-3B99-6411-FF61D0260871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3D6668-D2F6-8D7F-147B-7AB405099DD8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DE665-100D-6844-C3F4-A29F8E83D081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AB9983-AF70-BEEC-59D4-E2BF4A7C3667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926D53-DE6C-CF83-9E2D-F2C34BA434D8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516A5C-9448-D16A-03BD-F5480DC0F11F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A4CCCA-9E16-3212-5CEF-B32B9C6EAEAD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ABADE4-EE73-FE48-846D-34831E4193AE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EFF838F-7536-FF69-7775-8C343F13EAD9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Red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BB99266-E81B-7CA2-D057-81B10FEC0EC2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Green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4723DBD-95B1-7861-17CD-13F92D26126E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Yellow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9AF4F6D-5239-295E-A3C6-C371E8504219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Blue</a:t>
            </a:r>
          </a:p>
        </p:txBody>
      </p:sp>
    </p:spTree>
    <p:extLst>
      <p:ext uri="{BB962C8B-B14F-4D97-AF65-F5344CB8AC3E}">
        <p14:creationId xmlns:p14="http://schemas.microsoft.com/office/powerpoint/2010/main" val="119433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714A-F4E9-0695-2EA5-64F17457C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Drink?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17114-8893-FA61-6AA4-A32E02FD715A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DCB6A0-4097-FB24-05D7-35B078BFD241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4B142B-C792-3A75-8576-C45FF1F715F2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955939-630C-7730-4111-11FC4A5B1AF8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02729-6728-69F3-B2B9-527E83EFF481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683100-E5C4-4A26-129F-7E95F9F3F753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87B66B-34A8-C716-28F8-D2B0A61473C0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0EF68-0CE2-9E38-D032-D1EFC4F09354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A49780-E791-F8C7-8490-E11A3D7689AF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85C3EC-7ADD-91C1-831B-21E225E54510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9E55F0-ED41-F04B-FC4B-00E764E590F7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FB3AA02-8BDD-95C9-9142-23739872AFB0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8502E50-CD9E-3B8B-3709-21987726CBC1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Milk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86719-9399-1D87-BD28-1DE0A1499B4A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Apple Juice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00EDBB7-841F-1D56-BD5D-8FC1367174B9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Cola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EBE03F9-5F62-1CD5-5D54-FDE5DA9F14E4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Tea</a:t>
            </a:r>
          </a:p>
        </p:txBody>
      </p:sp>
      <p:pic>
        <p:nvPicPr>
          <p:cNvPr id="29" name="Picture 28" descr="Vector clip art of apple milk carton | Free SVG">
            <a:extLst>
              <a:ext uri="{FF2B5EF4-FFF2-40B4-BE49-F238E27FC236}">
                <a16:creationId xmlns:a16="http://schemas.microsoft.com/office/drawing/2014/main" id="{11910007-BAD1-7780-1C3E-324BEE85E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51560" y="2757285"/>
            <a:ext cx="1126672" cy="1126672"/>
          </a:xfrm>
          <a:prstGeom prst="rect">
            <a:avLst/>
          </a:prstGeom>
        </p:spPr>
      </p:pic>
      <p:pic>
        <p:nvPicPr>
          <p:cNvPr id="31" name="Picture 30" descr="Soda Pop Can · Free vector graphic on Pixabay">
            <a:extLst>
              <a:ext uri="{FF2B5EF4-FFF2-40B4-BE49-F238E27FC236}">
                <a16:creationId xmlns:a16="http://schemas.microsoft.com/office/drawing/2014/main" id="{362C1427-55F4-DB11-79B5-2EE16C594F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977030" y="2333952"/>
            <a:ext cx="933449" cy="1623390"/>
          </a:xfrm>
          <a:prstGeom prst="rect">
            <a:avLst/>
          </a:prstGeom>
        </p:spPr>
      </p:pic>
      <p:pic>
        <p:nvPicPr>
          <p:cNvPr id="33" name="Picture 32" descr="Suco Caixa Apple · Gráfico vetorial grátis no Pixabay">
            <a:extLst>
              <a:ext uri="{FF2B5EF4-FFF2-40B4-BE49-F238E27FC236}">
                <a16:creationId xmlns:a16="http://schemas.microsoft.com/office/drawing/2014/main" id="{3CC474B9-5AFD-B099-1251-0DB71CB1BB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85708" y="4389906"/>
            <a:ext cx="1168020" cy="1709297"/>
          </a:xfrm>
          <a:prstGeom prst="rect">
            <a:avLst/>
          </a:prstGeom>
        </p:spPr>
      </p:pic>
      <p:pic>
        <p:nvPicPr>
          <p:cNvPr id="35" name="Picture 34" descr="Tea Set Teapot Cup - Free vector graphic on Pixabay">
            <a:extLst>
              <a:ext uri="{FF2B5EF4-FFF2-40B4-BE49-F238E27FC236}">
                <a16:creationId xmlns:a16="http://schemas.microsoft.com/office/drawing/2014/main" id="{0DD5C6E8-A932-3C47-897E-512EBB131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255766" y="4562378"/>
            <a:ext cx="1654713" cy="139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6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6E2E-FB54-D612-5F9D-9730379E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6280-B66F-9F4E-D261-9BE5F6B7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Animal?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6B852-B7C0-C77B-D12A-14C990521635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97B967-B100-3C96-51D7-E7D80CE0A2DF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E434F3-94D4-F842-90A1-E5492D7A55F3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F0F852-4264-285D-4111-E4D717437A00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34E04-3BD8-0EBD-D7DF-0F7EABD5FA3F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47787D-E97D-E304-9050-C82189C304A8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39CBD-0788-7A8D-AFBC-4EEAF3B046EF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AC4ED-27D3-96A3-C714-647B964DFED1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56DCE8E-7442-6E45-FEAA-860DD4D9F3FA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85C3EC-CC11-49CF-A15A-CC984C01ACD1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AF6CA4-0210-AEA4-E808-9985028679E8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E6A431-509B-FB9C-1981-BD45C2A7FE70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36B999F-86B1-CF78-3995-FEF9B05C57B4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Cat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00F8E3B-ADBF-20BD-1A98-39EE7C7BABD9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Penguin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F5AF387-E471-4A63-2685-9DF23F23F883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Dog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47D0BBE-C61E-F5E2-D342-CF5CE07DBFD0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Capybara</a:t>
            </a:r>
          </a:p>
        </p:txBody>
      </p:sp>
      <p:pic>
        <p:nvPicPr>
          <p:cNvPr id="4" name="Picture 3" descr="Clipart - Yellow Tiger Cat(four legs)">
            <a:extLst>
              <a:ext uri="{FF2B5EF4-FFF2-40B4-BE49-F238E27FC236}">
                <a16:creationId xmlns:a16="http://schemas.microsoft.com/office/drawing/2014/main" id="{F095F28B-939C-8084-88FB-E488D695A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019615" y="2718732"/>
            <a:ext cx="1113515" cy="1095884"/>
          </a:xfrm>
          <a:prstGeom prst="rect">
            <a:avLst/>
          </a:prstGeom>
        </p:spPr>
      </p:pic>
      <p:pic>
        <p:nvPicPr>
          <p:cNvPr id="6" name="Picture 5" descr="Clipart - Puppy">
            <a:extLst>
              <a:ext uri="{FF2B5EF4-FFF2-40B4-BE49-F238E27FC236}">
                <a16:creationId xmlns:a16="http://schemas.microsoft.com/office/drawing/2014/main" id="{8481A0D3-5365-49EC-7183-B86072BF6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9723117" y="2594779"/>
            <a:ext cx="1194839" cy="878068"/>
          </a:xfrm>
          <a:prstGeom prst="rect">
            <a:avLst/>
          </a:prstGeom>
        </p:spPr>
      </p:pic>
      <p:pic>
        <p:nvPicPr>
          <p:cNvPr id="24" name="Picture 23" descr="Clipart - Little penguin">
            <a:extLst>
              <a:ext uri="{FF2B5EF4-FFF2-40B4-BE49-F238E27FC236}">
                <a16:creationId xmlns:a16="http://schemas.microsoft.com/office/drawing/2014/main" id="{B8A2B137-14D7-5E01-A682-2C03DE54D0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96570" y="4737851"/>
            <a:ext cx="915820" cy="1012686"/>
          </a:xfrm>
          <a:prstGeom prst="rect">
            <a:avLst/>
          </a:prstGeom>
        </p:spPr>
      </p:pic>
      <p:pic>
        <p:nvPicPr>
          <p:cNvPr id="35" name="Picture 34" descr="[Python] 백준 16916번 부분 문자열 — 어디든 어디라도">
            <a:extLst>
              <a:ext uri="{FF2B5EF4-FFF2-40B4-BE49-F238E27FC236}">
                <a16:creationId xmlns:a16="http://schemas.microsoft.com/office/drawing/2014/main" id="{3EC45394-B6A1-B884-3662-678FA06EA3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165081" y="5131074"/>
            <a:ext cx="914401" cy="91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2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build="allAtOnce" animBg="1"/>
      <p:bldP spid="22" grpId="0" animBg="1"/>
      <p:bldP spid="22" grpId="1" animBg="1"/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41E5-CB83-B014-F5E1-1D75F071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BE5D-EEE3-FF38-D231-381A837E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Season?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DBDED-120F-65BC-B0DA-FD688C5546A4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3F55B-C20E-D008-35B1-4760AB85B42F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43BDE7-F3CA-CCA0-CE5A-CAD9EF377EDE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EBCAA-F93C-D75E-D8FA-18C32AFA4D12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BFAFE-EBA7-1D55-D592-801180C18B88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A6384-813B-F0B6-3A6F-30162FDEE9D4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3908F3-C8E6-E701-066D-22A537EC1C90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321E8-E46D-CA6F-88A6-FC6BB7500FA0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E691FD-CE0B-6579-1CA4-FBB10525CC26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03D062-F358-72FE-0BF4-E26E4B364A97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9A5850C-4223-9C0C-AC14-57887567276F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81E9FF8-D1BA-712B-86B4-2F432198B0E1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C89402D-7D60-99EF-CA03-6CB3D980D049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Summer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43E9A12-D0AA-D924-B49E-D7E0ACCDC038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Winter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CD832D4-2801-3989-86D2-41B15F752DD6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Fall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19DF1BC-3003-49CB-8E92-DC09A7C1EC6E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Spring</a:t>
            </a:r>
          </a:p>
        </p:txBody>
      </p:sp>
      <p:pic>
        <p:nvPicPr>
          <p:cNvPr id="6" name="Picture 5" descr="Clipart - tango weather clear">
            <a:extLst>
              <a:ext uri="{FF2B5EF4-FFF2-40B4-BE49-F238E27FC236}">
                <a16:creationId xmlns:a16="http://schemas.microsoft.com/office/drawing/2014/main" id="{B2E15924-914A-CEA6-1279-4D63AE390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3032" y="2653711"/>
            <a:ext cx="1164771" cy="1164771"/>
          </a:xfrm>
          <a:prstGeom prst="rect">
            <a:avLst/>
          </a:prstGeom>
        </p:spPr>
      </p:pic>
      <p:pic>
        <p:nvPicPr>
          <p:cNvPr id="24" name="Picture 23" descr="Clipart - Sakura flower">
            <a:extLst>
              <a:ext uri="{FF2B5EF4-FFF2-40B4-BE49-F238E27FC236}">
                <a16:creationId xmlns:a16="http://schemas.microsoft.com/office/drawing/2014/main" id="{E83A769F-A0E3-2380-BCDB-C2AEFAB99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43595" y="4457093"/>
            <a:ext cx="1833066" cy="1758313"/>
          </a:xfrm>
          <a:prstGeom prst="rect">
            <a:avLst/>
          </a:prstGeom>
        </p:spPr>
      </p:pic>
      <p:pic>
        <p:nvPicPr>
          <p:cNvPr id="26" name="Picture 25" descr="Snowflake Png Image Transparent HQ PNG Download | FreePNGimg">
            <a:extLst>
              <a:ext uri="{FF2B5EF4-FFF2-40B4-BE49-F238E27FC236}">
                <a16:creationId xmlns:a16="http://schemas.microsoft.com/office/drawing/2014/main" id="{53D98886-98DF-F34D-75AF-3BC0CF3EB3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99852" y="4568464"/>
            <a:ext cx="1398816" cy="1398816"/>
          </a:xfrm>
          <a:prstGeom prst="rect">
            <a:avLst/>
          </a:prstGeom>
        </p:spPr>
      </p:pic>
      <p:pic>
        <p:nvPicPr>
          <p:cNvPr id="29" name="Picture 28" descr="Oak tree autumn leaf vector image | Free SVG">
            <a:extLst>
              <a:ext uri="{FF2B5EF4-FFF2-40B4-BE49-F238E27FC236}">
                <a16:creationId xmlns:a16="http://schemas.microsoft.com/office/drawing/2014/main" id="{19C78C15-76FA-C303-2CCF-0552207A55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399630" y="2353076"/>
            <a:ext cx="1401840" cy="140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1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3" grpId="0" animBg="1"/>
      <p:bldP spid="2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A5AA-854D-BF02-010E-4A8B4C25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4992-18CE-3887-0267-04E76DBC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Movie?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4695C8-1132-26ED-0113-BC6AB6DFC576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E0DBE-A23A-55B0-D3EC-7E1712C68551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D51339-0BDA-234D-F825-4D807373FEE6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7783F3-FDA9-B291-0D1B-AA4454DBDC19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E8F9A-A2D5-8DA5-9FD1-25BF6DC70E5F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E68FD-1901-5573-544D-AAA91113DAD0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542BAA-B7BD-4896-DA1C-B58DDD78E973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961A0-D1AD-E324-088A-1B9FF6DFF79D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9875D9-312B-CC86-1B4E-5B64F2B70D88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40E97A-FD12-4198-26BD-B34097AFAEAB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4AADE3-A7B6-ED8A-8398-FA927B91328A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D97D514-D2CB-6E15-A77A-7F4D45C11BF1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D77E1A0-AA6E-6D41-E274-03CA7E69A832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Harry</a:t>
            </a:r>
            <a:r>
              <a:rPr lang="en-US" sz="4800" dirty="0"/>
              <a:t> </a:t>
            </a:r>
            <a:r>
              <a:rPr lang="en-US" sz="4000" dirty="0"/>
              <a:t>Potter</a:t>
            </a:r>
            <a:endParaRPr lang="en-US" sz="48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DC530A1-2D5C-F116-4898-95F485D38E51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Spiderman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1B72389-6023-29F1-1655-9722F56ED429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Star Wars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E7E6C97-3269-CED4-4760-2DD4ED9F156F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Totoro</a:t>
            </a:r>
          </a:p>
        </p:txBody>
      </p:sp>
      <p:pic>
        <p:nvPicPr>
          <p:cNvPr id="16" name="Picture 15" descr="Harry Potter Broom Clipart Transparent HQ PNG Download | FreePNGimg">
            <a:extLst>
              <a:ext uri="{FF2B5EF4-FFF2-40B4-BE49-F238E27FC236}">
                <a16:creationId xmlns:a16="http://schemas.microsoft.com/office/drawing/2014/main" id="{0B81000B-AE6D-54E9-06E8-5B6B7ECDC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295878">
            <a:off x="580054" y="1998851"/>
            <a:ext cx="2482250" cy="1464310"/>
          </a:xfrm>
          <a:prstGeom prst="rect">
            <a:avLst/>
          </a:prstGeom>
        </p:spPr>
      </p:pic>
      <p:pic>
        <p:nvPicPr>
          <p:cNvPr id="26" name="Picture 25" descr="Plant Fathers Greeting Yoda Green Day Card Transparent HQ PNG Download ...">
            <a:extLst>
              <a:ext uri="{FF2B5EF4-FFF2-40B4-BE49-F238E27FC236}">
                <a16:creationId xmlns:a16="http://schemas.microsoft.com/office/drawing/2014/main" id="{4B4E5966-FC99-0B39-3397-2CD49AF9E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391651" y="2115292"/>
            <a:ext cx="1958340" cy="1564752"/>
          </a:xfrm>
          <a:prstGeom prst="rect">
            <a:avLst/>
          </a:prstGeom>
        </p:spPr>
      </p:pic>
      <p:pic>
        <p:nvPicPr>
          <p:cNvPr id="29" name="Picture 28" descr="Imágenes de El Hombre Araña con fondo transparente | PNG Webblog">
            <a:extLst>
              <a:ext uri="{FF2B5EF4-FFF2-40B4-BE49-F238E27FC236}">
                <a16:creationId xmlns:a16="http://schemas.microsoft.com/office/drawing/2014/main" id="{3759384C-F389-72D5-2774-7CF855FE93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15338" y="4606459"/>
            <a:ext cx="1405988" cy="1687185"/>
          </a:xfrm>
          <a:prstGeom prst="rect">
            <a:avLst/>
          </a:prstGeom>
        </p:spPr>
      </p:pic>
      <p:pic>
        <p:nvPicPr>
          <p:cNvPr id="38" name="Picture 37" descr="Totoro by habofro on Newgrounds">
            <a:extLst>
              <a:ext uri="{FF2B5EF4-FFF2-40B4-BE49-F238E27FC236}">
                <a16:creationId xmlns:a16="http://schemas.microsoft.com/office/drawing/2014/main" id="{13EBD4B1-A80D-CD35-21A4-8AB6549794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393408" y="4157156"/>
            <a:ext cx="1405988" cy="191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5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2" grpId="0" animBg="1"/>
      <p:bldP spid="22" grpId="1" animBg="1"/>
      <p:bldP spid="23" grpId="0" animBg="1"/>
      <p:bldP spid="2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E763-8402-DDA6-0442-52BF2454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513F-7CED-2138-E144-C3FC9595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Hobby?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330A4-C88D-F3CA-DCBB-20DB25AD0FD1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0F328-25B1-80BD-9B6C-2B3F59EAC558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466168-0792-E660-63D0-E3758B085054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2C07EE-5A8F-162C-180B-5FF25DA34D52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42081D-7362-35ED-90EA-30B03DD96B22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B49DB-09F4-48DB-3818-AAC10116A9AD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F397B3-31D6-4F07-3947-552D7689C65E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65D77-363E-F6F6-0F33-ECA30567477D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5C54701-6727-5274-FE23-57754D59755D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C3E512-9B90-1982-9205-18124AEB1151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74664C2-D9F3-2976-B3F6-C1F9569DEDC6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23605A-D632-3F99-58DA-B24181471F7E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D3008C-788E-E99B-54BE-7565520A4CFC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Music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1D88B78-EA0E-2821-C005-DA68EC6F5802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Cooking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D51945F-6A38-BBBA-0E95-A9829E90D8BA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Reading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C8CE28F-3269-5ACD-5AA6-1EB1B0689331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 err="1"/>
              <a:t>Colorguard</a:t>
            </a:r>
            <a:endParaRPr lang="en-US" sz="4400" dirty="0"/>
          </a:p>
        </p:txBody>
      </p:sp>
      <p:pic>
        <p:nvPicPr>
          <p:cNvPr id="6" name="Picture 5" descr="Clipart - Violão">
            <a:extLst>
              <a:ext uri="{FF2B5EF4-FFF2-40B4-BE49-F238E27FC236}">
                <a16:creationId xmlns:a16="http://schemas.microsoft.com/office/drawing/2014/main" id="{93149BE0-709B-C432-B10A-DBF1059B0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160196" flipH="1">
            <a:off x="1589125" y="2138366"/>
            <a:ext cx="707943" cy="1743164"/>
          </a:xfrm>
          <a:prstGeom prst="rect">
            <a:avLst/>
          </a:prstGeom>
        </p:spPr>
      </p:pic>
      <p:pic>
        <p:nvPicPr>
          <p:cNvPr id="24" name="Picture 23" descr="Book Books Library · Free vector graphic on Pixabay">
            <a:extLst>
              <a:ext uri="{FF2B5EF4-FFF2-40B4-BE49-F238E27FC236}">
                <a16:creationId xmlns:a16="http://schemas.microsoft.com/office/drawing/2014/main" id="{56660626-2E02-7C13-9D73-ECC321197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832341" y="2267288"/>
            <a:ext cx="1292859" cy="1264578"/>
          </a:xfrm>
          <a:prstGeom prst="rect">
            <a:avLst/>
          </a:prstGeom>
        </p:spPr>
      </p:pic>
      <p:pic>
        <p:nvPicPr>
          <p:cNvPr id="26" name="Graphic 25" descr="Download #00FF00 Woman Cooking (#3) SVG | FreePNGImg">
            <a:extLst>
              <a:ext uri="{FF2B5EF4-FFF2-40B4-BE49-F238E27FC236}">
                <a16:creationId xmlns:a16="http://schemas.microsoft.com/office/drawing/2014/main" id="{8C252DCD-2E21-AE90-D382-0D3578B7CA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44880" y="4550449"/>
            <a:ext cx="1414820" cy="1547619"/>
          </a:xfrm>
          <a:prstGeom prst="rect">
            <a:avLst/>
          </a:prstGeom>
        </p:spPr>
      </p:pic>
      <p:pic>
        <p:nvPicPr>
          <p:cNvPr id="28" name="Graphic 27" descr="Download Silhouette Of A Cheerleader SVG | FreePNGimg">
            <a:extLst>
              <a:ext uri="{FF2B5EF4-FFF2-40B4-BE49-F238E27FC236}">
                <a16:creationId xmlns:a16="http://schemas.microsoft.com/office/drawing/2014/main" id="{11D41FFC-E506-5250-19A6-997E76039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638033" y="3923119"/>
            <a:ext cx="1738628" cy="221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0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92649-CCFE-4577-47D5-A2306776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4BC36-05A5-EFCB-25DF-FE677E5A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Pokémon?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1E6141-332E-2F8E-E669-9320D09D75E1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888D6F-C1F9-44CA-D665-142033E0AA23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1A8566-6386-5265-39E9-D120B9DEE76E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A786BA-EA74-EF33-586B-BFCEE3C25A29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8781C-7E6B-959C-86B4-F7382C7A7E18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8198B-FCD7-DEB1-BC84-73A81D0236D3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6765CF-F5C8-5432-74DA-21012EFA7513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5998FD-7816-B14A-652C-FF67762BD210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E645041-C7FA-3BE3-BCF9-EA60F7D77A46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28FE93-1BDA-90CC-761D-2DD2EC518127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3D9B1C-642D-843E-3F9A-ED235C342600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46F68F-CF58-E9BA-9DF8-F422B897DAB2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F1E2B64-2C58-46AC-962E-FB12602B86B9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Bulbasaur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CE89984-33D6-3B84-3DD8-D289A697AC77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Pikachu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1F55F71-502C-1DE3-9E82-4E67B2B94D15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 err="1"/>
              <a:t>Clefairy</a:t>
            </a:r>
            <a:endParaRPr lang="en-US" sz="48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99358AC-E78C-79B8-A603-F8A478F4CD3B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Eevee</a:t>
            </a:r>
          </a:p>
        </p:txBody>
      </p:sp>
      <p:pic>
        <p:nvPicPr>
          <p:cNvPr id="4" name="Picture 3" descr="Bulbasaur - Azurilland Wiki">
            <a:extLst>
              <a:ext uri="{FF2B5EF4-FFF2-40B4-BE49-F238E27FC236}">
                <a16:creationId xmlns:a16="http://schemas.microsoft.com/office/drawing/2014/main" id="{44C03016-9B60-9F97-FA85-1D9854C03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8958" y="2538206"/>
            <a:ext cx="1603829" cy="1491644"/>
          </a:xfrm>
          <a:prstGeom prst="rect">
            <a:avLst/>
          </a:prstGeom>
        </p:spPr>
      </p:pic>
      <p:pic>
        <p:nvPicPr>
          <p:cNvPr id="16" name="Picture 15" descr="Clefairy - SmashWiki, the Super Smash Bros. wiki">
            <a:extLst>
              <a:ext uri="{FF2B5EF4-FFF2-40B4-BE49-F238E27FC236}">
                <a16:creationId xmlns:a16="http://schemas.microsoft.com/office/drawing/2014/main" id="{E199C4D9-E0AC-5C4F-0C4C-7BA48C6B8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937225" y="2249803"/>
            <a:ext cx="1621571" cy="1621571"/>
          </a:xfrm>
          <a:prstGeom prst="rect">
            <a:avLst/>
          </a:prstGeom>
        </p:spPr>
      </p:pic>
      <p:pic>
        <p:nvPicPr>
          <p:cNvPr id="26" name="Picture 25" descr="Pikachu di Ash (EToP) - Pokémon Central Wiki">
            <a:extLst>
              <a:ext uri="{FF2B5EF4-FFF2-40B4-BE49-F238E27FC236}">
                <a16:creationId xmlns:a16="http://schemas.microsoft.com/office/drawing/2014/main" id="{6DCE2CF6-8990-0113-E2C7-8A03E163C5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95861" y="3993727"/>
            <a:ext cx="1603829" cy="2245360"/>
          </a:xfrm>
          <a:prstGeom prst="rect">
            <a:avLst/>
          </a:prstGeom>
        </p:spPr>
      </p:pic>
      <p:pic>
        <p:nvPicPr>
          <p:cNvPr id="29" name="Picture 28" descr="Eevee - Wikipedia">
            <a:extLst>
              <a:ext uri="{FF2B5EF4-FFF2-40B4-BE49-F238E27FC236}">
                <a16:creationId xmlns:a16="http://schemas.microsoft.com/office/drawing/2014/main" id="{6A794352-1218-70FD-7E4B-CFA23C2B56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781225" y="4183555"/>
            <a:ext cx="1414914" cy="175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15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1832-1CB9-2D1F-1D4E-4E1C54F0A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556E-C93F-7C14-4E06-BA4C8FE44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Favorite Anime?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57BBA-72AE-9214-AC6F-3AE18A3B8EF1}"/>
              </a:ext>
            </a:extLst>
          </p:cNvPr>
          <p:cNvSpPr/>
          <p:nvPr/>
        </p:nvSpPr>
        <p:spPr>
          <a:xfrm>
            <a:off x="1066799" y="4094629"/>
            <a:ext cx="5029201" cy="1991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3580E2-D972-6778-9A17-0BC442A41BD5}"/>
              </a:ext>
            </a:extLst>
          </p:cNvPr>
          <p:cNvSpPr/>
          <p:nvPr/>
        </p:nvSpPr>
        <p:spPr>
          <a:xfrm>
            <a:off x="1066799" y="2103120"/>
            <a:ext cx="5029201" cy="19915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456F2-7782-0855-E4EA-950F61EDBA29}"/>
              </a:ext>
            </a:extLst>
          </p:cNvPr>
          <p:cNvSpPr/>
          <p:nvPr/>
        </p:nvSpPr>
        <p:spPr>
          <a:xfrm>
            <a:off x="6095999" y="4094629"/>
            <a:ext cx="5029201" cy="19915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C3ACBF-3FB8-F01E-C0DB-89DA2CEE85F0}"/>
              </a:ext>
            </a:extLst>
          </p:cNvPr>
          <p:cNvSpPr/>
          <p:nvPr/>
        </p:nvSpPr>
        <p:spPr>
          <a:xfrm>
            <a:off x="6095999" y="2103120"/>
            <a:ext cx="5029201" cy="19915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057BD7-C1F4-904E-29AF-2EA5BDF184BB}"/>
              </a:ext>
            </a:extLst>
          </p:cNvPr>
          <p:cNvSpPr txBox="1"/>
          <p:nvPr/>
        </p:nvSpPr>
        <p:spPr>
          <a:xfrm>
            <a:off x="1066800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C52E2-E3A2-29A5-6D77-24910289B1B7}"/>
              </a:ext>
            </a:extLst>
          </p:cNvPr>
          <p:cNvSpPr txBox="1"/>
          <p:nvPr/>
        </p:nvSpPr>
        <p:spPr>
          <a:xfrm>
            <a:off x="1066800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A69C2-BA55-3637-2D0C-1DF45BA2B22D}"/>
              </a:ext>
            </a:extLst>
          </p:cNvPr>
          <p:cNvSpPr txBox="1"/>
          <p:nvPr/>
        </p:nvSpPr>
        <p:spPr>
          <a:xfrm>
            <a:off x="6095999" y="2103120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E94BA1-87BC-971A-D495-E431F193A9DB}"/>
              </a:ext>
            </a:extLst>
          </p:cNvPr>
          <p:cNvSpPr txBox="1"/>
          <p:nvPr/>
        </p:nvSpPr>
        <p:spPr>
          <a:xfrm>
            <a:off x="6111239" y="4100715"/>
            <a:ext cx="36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A49C75-CBA8-298B-F647-F5560F43AE16}"/>
              </a:ext>
            </a:extLst>
          </p:cNvPr>
          <p:cNvSpPr/>
          <p:nvPr/>
        </p:nvSpPr>
        <p:spPr>
          <a:xfrm>
            <a:off x="1066799" y="2103120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A941271-D469-E451-EC9F-9E14EFAB3B4F}"/>
              </a:ext>
            </a:extLst>
          </p:cNvPr>
          <p:cNvSpPr/>
          <p:nvPr/>
        </p:nvSpPr>
        <p:spPr>
          <a:xfrm>
            <a:off x="1066799" y="4100714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843AC58-489E-3897-784D-A51A4DBCDCF2}"/>
              </a:ext>
            </a:extLst>
          </p:cNvPr>
          <p:cNvSpPr/>
          <p:nvPr/>
        </p:nvSpPr>
        <p:spPr>
          <a:xfrm>
            <a:off x="6095998" y="2115292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2EA03C-E15D-634E-9BCE-CC923BF15749}"/>
              </a:ext>
            </a:extLst>
          </p:cNvPr>
          <p:cNvSpPr/>
          <p:nvPr/>
        </p:nvSpPr>
        <p:spPr>
          <a:xfrm>
            <a:off x="6111239" y="4100713"/>
            <a:ext cx="487681" cy="4616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16E029-1653-B94F-3AF5-AFA7004A3556}"/>
              </a:ext>
            </a:extLst>
          </p:cNvPr>
          <p:cNvSpPr/>
          <p:nvPr/>
        </p:nvSpPr>
        <p:spPr>
          <a:xfrm>
            <a:off x="1821179" y="2550932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Pokémon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5692FB1-57C5-6CB1-2122-A63B31D78D46}"/>
              </a:ext>
            </a:extLst>
          </p:cNvPr>
          <p:cNvSpPr/>
          <p:nvPr/>
        </p:nvSpPr>
        <p:spPr>
          <a:xfrm>
            <a:off x="1821179" y="4542441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One Piece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554110D-93D2-9C8A-FF34-E67F8C747BAC}"/>
              </a:ext>
            </a:extLst>
          </p:cNvPr>
          <p:cNvSpPr/>
          <p:nvPr/>
        </p:nvSpPr>
        <p:spPr>
          <a:xfrm>
            <a:off x="6850381" y="2576957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 err="1"/>
              <a:t>Haikyuu</a:t>
            </a:r>
            <a:r>
              <a:rPr lang="en-US" sz="4800" dirty="0"/>
              <a:t>!!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E1AB135-4DCD-6F1F-C96F-86B2F20F0A05}"/>
              </a:ext>
            </a:extLst>
          </p:cNvPr>
          <p:cNvSpPr/>
          <p:nvPr/>
        </p:nvSpPr>
        <p:spPr>
          <a:xfrm>
            <a:off x="6850381" y="4568466"/>
            <a:ext cx="3520440" cy="10958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Kimetsu</a:t>
            </a:r>
            <a:r>
              <a:rPr lang="en-US" sz="3600" dirty="0"/>
              <a:t> no </a:t>
            </a:r>
            <a:r>
              <a:rPr lang="en-US" sz="3600" dirty="0" err="1"/>
              <a:t>Yaiba</a:t>
            </a:r>
            <a:endParaRPr lang="en-US" sz="3600" dirty="0"/>
          </a:p>
        </p:txBody>
      </p:sp>
      <p:pic>
        <p:nvPicPr>
          <p:cNvPr id="3" name="Picture 2" descr="Eevee - Wikipedia">
            <a:extLst>
              <a:ext uri="{FF2B5EF4-FFF2-40B4-BE49-F238E27FC236}">
                <a16:creationId xmlns:a16="http://schemas.microsoft.com/office/drawing/2014/main" id="{C93C95F9-B536-1CE7-1439-2005FA20E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6043" y="2229927"/>
            <a:ext cx="1414914" cy="1751054"/>
          </a:xfrm>
          <a:prstGeom prst="rect">
            <a:avLst/>
          </a:prstGeom>
        </p:spPr>
      </p:pic>
      <p:pic>
        <p:nvPicPr>
          <p:cNvPr id="5" name="Picture 4" descr="Haikyuu Image Transparent HQ PNG Download | FreePNGimg">
            <a:extLst>
              <a:ext uri="{FF2B5EF4-FFF2-40B4-BE49-F238E27FC236}">
                <a16:creationId xmlns:a16="http://schemas.microsoft.com/office/drawing/2014/main" id="{64170D25-A70D-D5A1-404C-D00B05861B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330625" y="1784332"/>
            <a:ext cx="2861375" cy="1888508"/>
          </a:xfrm>
          <a:prstGeom prst="rect">
            <a:avLst/>
          </a:prstGeom>
        </p:spPr>
      </p:pic>
      <p:pic>
        <p:nvPicPr>
          <p:cNvPr id="24" name="Picture 23" descr="One Piece Chibi File Transparent HQ PNG Download | FreePNGimg">
            <a:extLst>
              <a:ext uri="{FF2B5EF4-FFF2-40B4-BE49-F238E27FC236}">
                <a16:creationId xmlns:a16="http://schemas.microsoft.com/office/drawing/2014/main" id="{D82DB7D3-8B22-9F97-7AC8-FF1FFACB5A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54700" y="4568464"/>
            <a:ext cx="1557599" cy="2076799"/>
          </a:xfrm>
          <a:prstGeom prst="rect">
            <a:avLst/>
          </a:prstGeom>
        </p:spPr>
      </p:pic>
      <p:pic>
        <p:nvPicPr>
          <p:cNvPr id="27" name="Picture 26" descr="Tanjiro, Nezuko, Zenitsu, and Inosuke/Lore - Granblue Fantasy Wiki">
            <a:extLst>
              <a:ext uri="{FF2B5EF4-FFF2-40B4-BE49-F238E27FC236}">
                <a16:creationId xmlns:a16="http://schemas.microsoft.com/office/drawing/2014/main" id="{7223E71A-DA2C-C329-B276-B0B94E3CD7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631701" y="4344617"/>
            <a:ext cx="2030147" cy="169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0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3" grpId="0" animBg="1"/>
      <p:bldP spid="23" grpId="1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</TotalTime>
  <Words>136</Words>
  <Application>Microsoft Macintosh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Garamond</vt:lpstr>
      <vt:lpstr>Savon</vt:lpstr>
      <vt:lpstr>Guessing Game</vt:lpstr>
      <vt:lpstr>Favorite Color?</vt:lpstr>
      <vt:lpstr>Favorite Drink?</vt:lpstr>
      <vt:lpstr>Favorite Animal?</vt:lpstr>
      <vt:lpstr>Favorite Season?</vt:lpstr>
      <vt:lpstr>Favorite Movie?</vt:lpstr>
      <vt:lpstr>Favorite Hobby?</vt:lpstr>
      <vt:lpstr>Favorite Pokémon?</vt:lpstr>
      <vt:lpstr>Favorite Anime?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Megan Taber</dc:creator>
  <cp:lastModifiedBy>Megan Taber</cp:lastModifiedBy>
  <cp:revision>1</cp:revision>
  <dcterms:created xsi:type="dcterms:W3CDTF">2026-08-30T23:29:31Z</dcterms:created>
  <dcterms:modified xsi:type="dcterms:W3CDTF">2026-08-30T23:31:22Z</dcterms:modified>
</cp:coreProperties>
</file>